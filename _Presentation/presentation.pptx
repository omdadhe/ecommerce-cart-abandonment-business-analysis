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83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8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95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5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3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096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7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51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13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1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8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5FB42B-84BD-477A-AE96-61D6264B2CB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0007EB-1F4F-4331-972D-32097506095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2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7771-122D-CCCE-D8B5-93605AA8E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Performance &amp; Cart Abandonment Risk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99A85-3268-DB9B-17B8-0CB827241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643244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052D-8A74-20C7-3C58-5808AF73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2633-9DC0-768C-1C0C-42B1A94D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Scenario: High cart abandonment &amp; declining sales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Analysis performed using SQL, BPMN, Tableau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finding: Abandonment proxy = 0.63%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Major risk: Delivery delays affecting satisfaction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Recommendation: Proactive operational &amp; retention strategy</a:t>
            </a:r>
          </a:p>
        </p:txBody>
      </p:sp>
    </p:spTree>
    <p:extLst>
      <p:ext uri="{BB962C8B-B14F-4D97-AF65-F5344CB8AC3E}">
        <p14:creationId xmlns:p14="http://schemas.microsoft.com/office/powerpoint/2010/main" val="387699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0BDA-E331-ED62-5113-B7FDFBB7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7346-BBFD-8F6B-E214-18E2A59F6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Business Concerns:</a:t>
            </a:r>
            <a:br>
              <a:rPr lang="en-US" dirty="0"/>
            </a:br>
            <a:r>
              <a:rPr lang="en-US" dirty="0"/>
              <a:t>• High cart abandonment</a:t>
            </a:r>
            <a:br>
              <a:rPr lang="en-US" dirty="0"/>
            </a:br>
            <a:r>
              <a:rPr lang="en-US" dirty="0"/>
              <a:t>• Revenue volatility</a:t>
            </a:r>
            <a:br>
              <a:rPr lang="en-US" dirty="0"/>
            </a:br>
            <a:r>
              <a:rPr lang="en-US" dirty="0"/>
              <a:t>• Customer dissatisfaction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Challenge:</a:t>
            </a:r>
            <a:br>
              <a:rPr lang="en-US" dirty="0"/>
            </a:br>
            <a:r>
              <a:rPr lang="en-US" dirty="0"/>
              <a:t>No explicit cart event data available.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Solution:</a:t>
            </a:r>
            <a:br>
              <a:rPr lang="en-US" dirty="0"/>
            </a:br>
            <a:r>
              <a:rPr lang="en-US" dirty="0"/>
              <a:t>Use behavioral and operational proxies.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51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18B8-30D0-A621-BD40-2839F417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&amp; Analytical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EE474-2CA8-3CEB-D866-2E9045D4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BPMN Process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Tableau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Focus: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trends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Order volume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Abandonment proxy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segmentation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Delivery performance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39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6A82-EEAD-5A2C-4FE8-FAEAE8168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5D09-BC8B-42B3-3F4C-18A996824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growth in 2017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Volatile 2018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Abandonment (Proxy):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0.63% cancellation 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Impact: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1-star reviews → 20.85 days delivery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5-star reviews → 10.22 days delivery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6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4D25-FE7F-0219-87F6-9C45395B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A1967-486A-A8AE-E86C-AB5B56B7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Executive KPIs:</a:t>
            </a:r>
            <a:br>
              <a:rPr lang="en-US" dirty="0"/>
            </a:br>
            <a:r>
              <a:rPr lang="en-US" dirty="0"/>
              <a:t>• Total Sales</a:t>
            </a:r>
            <a:br>
              <a:rPr lang="en-US" dirty="0"/>
            </a:br>
            <a:r>
              <a:rPr lang="en-US" dirty="0"/>
              <a:t>• Total Orders</a:t>
            </a:r>
            <a:br>
              <a:rPr lang="en-US" dirty="0"/>
            </a:br>
            <a:r>
              <a:rPr lang="en-US" dirty="0"/>
              <a:t>• Abandonment Rate</a:t>
            </a:r>
            <a:br>
              <a:rPr lang="en-US" dirty="0"/>
            </a:br>
            <a:r>
              <a:rPr lang="en-US" dirty="0"/>
              <a:t>• Avg Delivery Days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Interactive Filters:</a:t>
            </a:r>
            <a:br>
              <a:rPr lang="en-US" dirty="0"/>
            </a:br>
            <a:r>
              <a:rPr lang="en-US" dirty="0"/>
              <a:t>• Month</a:t>
            </a:r>
            <a:br>
              <a:rPr lang="en-US" dirty="0"/>
            </a:br>
            <a:r>
              <a:rPr lang="en-US" dirty="0"/>
              <a:t>• State</a:t>
            </a:r>
            <a:br>
              <a:rPr lang="en-US" dirty="0"/>
            </a:br>
            <a:r>
              <a:rPr lang="en-US" dirty="0"/>
              <a:t>• Customer Segment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83E87-36C0-5E73-4EF2-34377F913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91" y="1921148"/>
            <a:ext cx="4744826" cy="35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4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97B7-15FC-2C15-2A00-C28A8B08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A834-DDA1-5B47-E58B-47CCD5141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Medium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Low-value customers collectively generate the largest revenue share due to volume.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volume-driven rather than dependent on a small premium segment.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inefficiencies affecting mass customers may impact revenue stability.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5D32A-DFBA-DEF7-B713-817DC9F74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464" y="1845734"/>
            <a:ext cx="5909288" cy="153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2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93FA-F4A7-B262-B2FF-A7AB3169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AF81-5857-52C3-8D4C-E4973503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Medium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concentrated among high-value customers.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failures may impact revenue disproportionately.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43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A27E-9090-94C1-1C60-CA74C2E3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Process (BPMN)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A7B92-93A3-98E9-2D8C-8E28F3FE6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payment retry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SLA monitoring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Reactive process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E84E45-6A99-098A-0BE4-9C38C9D1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/>
          <a:stretch>
            <a:fillRect/>
          </a:stretch>
        </p:blipFill>
        <p:spPr>
          <a:xfrm>
            <a:off x="4006393" y="1922096"/>
            <a:ext cx="6947554" cy="366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2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E8EA-AA7F-B7A5-FF44-E0685ABB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Process (BPMN) - 2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199B6-336E-8B02-16A3-059D49DF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Future State:</a:t>
            </a:r>
            <a:br>
              <a:rPr lang="en-US" dirty="0"/>
            </a:br>
            <a:r>
              <a:rPr lang="en-US" dirty="0"/>
              <a:t>• Transparent pricing</a:t>
            </a:r>
            <a:br>
              <a:rPr lang="en-US" dirty="0"/>
            </a:br>
            <a:r>
              <a:rPr lang="en-US" dirty="0"/>
              <a:t>• Retry mechanism</a:t>
            </a:r>
            <a:br>
              <a:rPr lang="en-US" dirty="0"/>
            </a:br>
            <a:r>
              <a:rPr lang="en-US" dirty="0"/>
              <a:t>• SLA alerts</a:t>
            </a:r>
            <a:br>
              <a:rPr lang="en-US" dirty="0"/>
            </a:br>
            <a:r>
              <a:rPr lang="en-US" dirty="0"/>
              <a:t>• Retention triggers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A70EF-5005-276E-B8D6-9421909E9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0"/>
          <a:stretch>
            <a:fillRect/>
          </a:stretch>
        </p:blipFill>
        <p:spPr>
          <a:xfrm>
            <a:off x="4044098" y="1786816"/>
            <a:ext cx="7497451" cy="387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0B48-C67F-0915-3285-4387585A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5CC3-85CE-ECF2-B75B-D96383335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Improve Delivery SLA Monitoring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Introduce Checkout Retry Mechanism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Launch Retention &amp; Loyalty Programs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 Cancellation Spikes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 High-Value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87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588C-810A-659B-28AC-1AB6D204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Projection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FC9B-6727-7375-683B-E5A89378B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Improvements: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dissatisfaction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retention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stability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Lower operational risk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Outcome: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5–10% revenue stabilization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review scores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Higher repeat purchase probability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83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2D00-3B7D-E81F-BBF4-86794CC3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4F62-F2FD-EB06-7C0F-C1F066696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SLA monitoring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checkout recovery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retention campaigns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dashboard KPIs monthly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4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43E5-BE32-7FAA-F687-91B1884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7D2B5-4728-1C73-C4DC-2673A5083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concludes my presentation. I welcome any questions.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735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</TotalTime>
  <Words>479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Calibri Light</vt:lpstr>
      <vt:lpstr>Times New Roman</vt:lpstr>
      <vt:lpstr>Retrospect</vt:lpstr>
      <vt:lpstr>E-Commerce Performance &amp; Cart Abandonment Risk Analysis</vt:lpstr>
      <vt:lpstr>Executive Summary</vt:lpstr>
      <vt:lpstr>Business Problem</vt:lpstr>
      <vt:lpstr>Data Sources &amp; Analytical Approach</vt:lpstr>
      <vt:lpstr>SQL Key Findings</vt:lpstr>
      <vt:lpstr>Dashboard Overview</vt:lpstr>
      <vt:lpstr>Customer Insights</vt:lpstr>
      <vt:lpstr>Customer Insights</vt:lpstr>
      <vt:lpstr>Checkout Process (BPMN) - 1</vt:lpstr>
      <vt:lpstr>Checkout Process (BPMN) - 2</vt:lpstr>
      <vt:lpstr>Recommendations</vt:lpstr>
      <vt:lpstr>Business Impact Projection</vt:lpstr>
      <vt:lpstr>Next Steps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DADHE</dc:creator>
  <cp:lastModifiedBy>OM DADHE</cp:lastModifiedBy>
  <cp:revision>1</cp:revision>
  <dcterms:created xsi:type="dcterms:W3CDTF">2026-02-23T02:49:52Z</dcterms:created>
  <dcterms:modified xsi:type="dcterms:W3CDTF">2026-02-23T03:19:57Z</dcterms:modified>
</cp:coreProperties>
</file>